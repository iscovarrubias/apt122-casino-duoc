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dvvvHHrS+L5vIUtUgv5SUoDEr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39DCFE-6AA4-470C-B213-76417FDB9AFB}">
  <a:tblStyle styleId="{B139DCFE-6AA4-470C-B213-76417FDB9A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“GESTIÓN Y ANÁLISIS DE LA OFERTA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GASTRONÓMICA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CASINO DUOC UC”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 · EXPOSICIÓN IDEA DE PROYECTO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3966575" y="1889350"/>
            <a:ext cx="7871400" cy="18909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2D9"/>
              </a:gs>
              <a:gs pos="50000">
                <a:srgbClr val="5197DA"/>
              </a:gs>
              <a:gs pos="100000">
                <a:srgbClr val="4185C7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5730700" y="1962400"/>
            <a:ext cx="6107400" cy="1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CL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Isabella Covarrubias Jofré</a:t>
            </a:r>
            <a:endParaRPr/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Desarrolladora y UX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Levantamiento de requerimientos, diseño de interfaz y experiencia de usuario, desarrollo de funcionalidades y apoyo en pruebas.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093900" y="2098301"/>
            <a:ext cx="1526700" cy="1545900"/>
          </a:xfrm>
          <a:prstGeom prst="roundRect">
            <a:avLst>
              <a:gd fmla="val 10000" name="adj"/>
            </a:avLst>
          </a:prstGeom>
          <a:solidFill>
            <a:srgbClr val="C1D2EA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3966650" y="3916125"/>
            <a:ext cx="7871400" cy="18177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2D9"/>
              </a:gs>
              <a:gs pos="50000">
                <a:srgbClr val="5197DA"/>
              </a:gs>
              <a:gs pos="100000">
                <a:srgbClr val="4185C7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730650" y="3916125"/>
            <a:ext cx="61074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Diego Díaz Parra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Desarrollador y analista de datos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lang="es-C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 del modelo de datos, desarrollo de funcionalidades, análisis de datos y apoyo en pruebas.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093900" y="4110975"/>
            <a:ext cx="1526700" cy="1428000"/>
          </a:xfrm>
          <a:prstGeom prst="roundRect">
            <a:avLst>
              <a:gd fmla="val 10000" name="adj"/>
            </a:avLst>
          </a:prstGeom>
          <a:solidFill>
            <a:srgbClr val="C1D2EA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Y ANÁLISIS DE LA OFERTA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GASTRONÓMICA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CASINO DUOC UC”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Y ANÁLISIS DE LA OFERTA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GASTRONÓMICA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CASINO DUOC UC”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9" name="Google Shape;109;p3"/>
          <p:cNvSpPr/>
          <p:nvPr/>
        </p:nvSpPr>
        <p:spPr>
          <a:xfrm>
            <a:off x="714909" y="2169769"/>
            <a:ext cx="4348705" cy="3402895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Confirmado por entrevista: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planificación del menú puede cambiar durante el día y los estudiantes no tienen visibilidad de esa información.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Encuesta propia: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87% usaría una plataforma web y la confianza actual en la información de alérgenos e ingredientes de solo 2/5.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990729" y="2169775"/>
            <a:ext cx="4348800" cy="33954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que centraliza la gestión del menú y su disponibilidad, priorizando alérgenos e información nutricional (lo más pedido por los estudiantes), e incorpora análisis de datos de consumo si la gestión institucional con el concesionario del casino lo permite.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Y ANÁLISIS DE LA OFERTA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GASTRONÓMICA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CASINO DUOC UC”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0" name="Google Shape;120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que centralice la gestión del menú y la disponibilidad del Casino DUOC UC, incorporando análisis de datos de consumo cuando sea viable, para apoyar la toma de decisiones del casino y entregar información actualizada a los estudiantes.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Validar el problema mediante entrevistas y encuesta (semanas 1-4). Diseñar el modelo de datos de menú y disponibilidad. Implementar el MVP de gestión, disponibilidad y consulta estudiantil. Definir el escenario viable de datos de venta. Ejecutar un plan de pruebas formal sobre el MVP.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Y ANÁLISIS DE LA OFERTA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GASTRONÓMICA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CASINO DUOC UC”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0" y="1403372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0" name="Google Shape;130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1" name="Google Shape;131;p5"/>
          <p:cNvSpPr txBox="1"/>
          <p:nvPr/>
        </p:nvSpPr>
        <p:spPr>
          <a:xfrm>
            <a:off x="1020486" y="2386498"/>
            <a:ext cx="43737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Dentro del alcance (MVP)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213314" y="2930156"/>
            <a:ext cx="5762469" cy="239234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real con caja: depende de una gestión institucional entre DUOC y Campomar (concesionario externo del casino), no solo de factibilidad técnica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Pasarela de pago, delivery, reservas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móvil nativa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complejo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Reemplazo del sistema de caja existente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6849003" y="2431315"/>
            <a:ext cx="43737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267482" y="2930156"/>
            <a:ext cx="5879784" cy="239234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preparaciones, ingredientes y menú diario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 gestionada manualmente por el casino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 de menú, precio, disponibilidad e ingredientes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nutricional solo si es validada por el casino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pruebas y evidencia de calidad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Y ANÁLISIS DE LA OFERTA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GASTRONÓMICA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CASINO DUOC UC”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3" name="Google Shape;143;p6"/>
          <p:cNvSpPr/>
          <p:nvPr/>
        </p:nvSpPr>
        <p:spPr>
          <a:xfrm>
            <a:off x="640286" y="2378066"/>
            <a:ext cx="10911426" cy="323773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Enfoque ágil: 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Design Thinking en las primeras semanas (validación de requerimientos) y sprints Scrum de 2 semanas desde el diseño del modelo de datos.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 descartan Tradicional y RUP: ambos exigen requerimientos cerrados y el proyecto aún depende de validaciones pendientes (nutricionista, sistema de caja).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Artefactos: backlog priorizado, historias de usuario, sprint backlogs, incrementos revisables y actas de retrospectiva.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Estos artefactos sirven como evidencia de C1, C2, C3 y C4 en Fase 2.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162067" y="388695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Y ANÁLISIS DE LA OFERTA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GASTRONÓMICA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CASINO DUOC UC”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52" name="Google Shape;152;p7"/>
          <p:cNvGraphicFramePr/>
          <p:nvPr/>
        </p:nvGraphicFramePr>
        <p:xfrm>
          <a:off x="1248696" y="259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{B139DCFE-6AA4-470C-B213-76417FDB9AFB}</a:tableStyleId>
              </a:tblPr>
              <a:tblGrid>
                <a:gridCol w="1278850"/>
                <a:gridCol w="4608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530175"/>
                <a:gridCol w="9397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3131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Descubrimiento y validación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y desarrollo del MVP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Pruebas, documentación e implementación final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“GESTIÓN Y ANÁLISIS DE LA OFERTA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GASTRONÓMICA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CASINO DUOC UC”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Stack Tecnológico</a:t>
            </a:r>
            <a:endParaRPr/>
          </a:p>
        </p:txBody>
      </p:sp>
      <p:cxnSp>
        <p:nvCxnSpPr>
          <p:cNvPr id="160" name="Google Shape;16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1" name="Google Shape;161;p8"/>
          <p:cNvSpPr/>
          <p:nvPr/>
        </p:nvSpPr>
        <p:spPr>
          <a:xfrm>
            <a:off x="640286" y="2378066"/>
            <a:ext cx="10911426" cy="323773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framework a definir entre Node.js/Express o Laravel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 PostgreSQL o MySQL (relacional, según necesidad de historial y relaciones muchos a muchos)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aplicación web responsive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versiones: Git, repositorio APT122-Casino-DUOC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ágil: tablero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